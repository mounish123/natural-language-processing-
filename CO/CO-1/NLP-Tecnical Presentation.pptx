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81" r:id="rId6"/>
    <p:sldId id="282" r:id="rId7"/>
    <p:sldId id="270" r:id="rId8"/>
  </p:sldIdLst>
  <p:sldSz cx="24384000" cy="13716000"/>
  <p:notesSz cx="6858000" cy="9144000"/>
  <p:embeddedFontLst>
    <p:embeddedFont>
      <p:font typeface="Helvetica Neue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oJ511EMnYNe7VAzbopb3bC5T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mounish" userId="532a9a3bfb2a18e1" providerId="LiveId" clId="{8C674832-4373-4193-80C0-D4838999C20D}"/>
    <pc:docChg chg="modSld">
      <pc:chgData name="A mounish" userId="532a9a3bfb2a18e1" providerId="LiveId" clId="{8C674832-4373-4193-80C0-D4838999C20D}" dt="2026-07-23T08:31:59.885" v="5" actId="1076"/>
      <pc:docMkLst>
        <pc:docMk/>
      </pc:docMkLst>
      <pc:sldChg chg="modSp mod">
        <pc:chgData name="A mounish" userId="532a9a3bfb2a18e1" providerId="LiveId" clId="{8C674832-4373-4193-80C0-D4838999C20D}" dt="2026-07-23T08:31:59.885" v="5" actId="1076"/>
        <pc:sldMkLst>
          <pc:docMk/>
          <pc:sldMk cId="0" sldId="256"/>
        </pc:sldMkLst>
        <pc:spChg chg="mod">
          <ac:chgData name="A mounish" userId="532a9a3bfb2a18e1" providerId="LiveId" clId="{8C674832-4373-4193-80C0-D4838999C20D}" dt="2026-07-23T08:31:44.409" v="3" actId="1076"/>
          <ac:spMkLst>
            <pc:docMk/>
            <pc:sldMk cId="0" sldId="256"/>
            <ac:spMk id="2" creationId="{DA2787B5-EBE6-BC09-59D4-4E296B9667BA}"/>
          </ac:spMkLst>
        </pc:spChg>
        <pc:spChg chg="mod">
          <ac:chgData name="A mounish" userId="532a9a3bfb2a18e1" providerId="LiveId" clId="{8C674832-4373-4193-80C0-D4838999C20D}" dt="2026-07-23T08:31:59.885" v="5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A mounish" userId="532a9a3bfb2a18e1" providerId="LiveId" clId="{8C674832-4373-4193-80C0-D4838999C20D}" dt="2026-07-23T08:31:52.342" v="4" actId="1076"/>
          <ac:spMkLst>
            <pc:docMk/>
            <pc:sldMk cId="0" sldId="256"/>
            <ac:spMk id="9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c379c7b1_0_55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6bc379c7b1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c379c7b1_0_5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6bc379c7b1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c379c7b1_0_5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6bc379c7b1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bc379c7b1_0_57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6bc379c7b1_0_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bc379c7b1_0_6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36bc379c7b1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6bc379c7b1_10_63"/>
          <p:cNvSpPr txBox="1">
            <a:spLocks noGrp="1"/>
          </p:cNvSpPr>
          <p:nvPr>
            <p:ph type="body" idx="1"/>
          </p:nvPr>
        </p:nvSpPr>
        <p:spPr>
          <a:xfrm>
            <a:off x="1201340" y="11859862"/>
            <a:ext cx="219711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g36bc379c7b1_10_63"/>
          <p:cNvSpPr txBox="1">
            <a:spLocks noGrp="1"/>
          </p:cNvSpPr>
          <p:nvPr>
            <p:ph type="title"/>
          </p:nvPr>
        </p:nvSpPr>
        <p:spPr>
          <a:xfrm>
            <a:off x="1206496" y="2574991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6bc379c7b1_10_63"/>
          <p:cNvSpPr txBox="1">
            <a:spLocks noGrp="1"/>
          </p:cNvSpPr>
          <p:nvPr>
            <p:ph type="body" idx="2"/>
          </p:nvPr>
        </p:nvSpPr>
        <p:spPr>
          <a:xfrm>
            <a:off x="1201342" y="7223190"/>
            <a:ext cx="21971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pic>
        <p:nvPicPr>
          <p:cNvPr id="15" name="Google Shape;15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t="388" r="85449" b="9056"/>
          <a:stretch/>
        </p:blipFill>
        <p:spPr>
          <a:xfrm>
            <a:off x="153721" y="-43900"/>
            <a:ext cx="1996582" cy="2236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g36bc379c7b1_10_63" descr="pasted-movie.heif"/>
          <p:cNvPicPr preferRelativeResize="0"/>
          <p:nvPr/>
        </p:nvPicPr>
        <p:blipFill rotWithShape="1">
          <a:blip r:embed="rId2">
            <a:alphaModFix/>
          </a:blip>
          <a:srcRect l="50059" r="34355" b="9675"/>
          <a:stretch/>
        </p:blipFill>
        <p:spPr>
          <a:xfrm>
            <a:off x="22190187" y="213870"/>
            <a:ext cx="1649695" cy="172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6bc379c7b1_10_6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bc379c7b1_10_7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6bc379c7b1_10_7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36bc379c7b1_10_7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36bc379c7b1_10_7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">
  <p:cSld name="Title &amp; Photo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bc379c7b1_10_75"/>
          <p:cNvSpPr>
            <a:spLocks noGrp="1"/>
          </p:cNvSpPr>
          <p:nvPr>
            <p:ph type="pic" idx="2"/>
          </p:nvPr>
        </p:nvSpPr>
        <p:spPr>
          <a:xfrm>
            <a:off x="-1155700" y="-1295400"/>
            <a:ext cx="26746200" cy="1601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" name="Google Shape;25;g36bc379c7b1_10_75"/>
          <p:cNvSpPr txBox="1">
            <a:spLocks noGrp="1"/>
          </p:cNvSpPr>
          <p:nvPr>
            <p:ph type="title"/>
          </p:nvPr>
        </p:nvSpPr>
        <p:spPr>
          <a:xfrm>
            <a:off x="1206500" y="71247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6bc379c7b1_10_75"/>
          <p:cNvSpPr txBox="1">
            <a:spLocks noGrp="1"/>
          </p:cNvSpPr>
          <p:nvPr>
            <p:ph type="body" idx="1"/>
          </p:nvPr>
        </p:nvSpPr>
        <p:spPr>
          <a:xfrm>
            <a:off x="1207690" y="1106137"/>
            <a:ext cx="219687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g36bc379c7b1_10_75"/>
          <p:cNvSpPr txBox="1">
            <a:spLocks noGrp="1"/>
          </p:cNvSpPr>
          <p:nvPr>
            <p:ph type="body" idx="3"/>
          </p:nvPr>
        </p:nvSpPr>
        <p:spPr>
          <a:xfrm>
            <a:off x="1206500" y="11609910"/>
            <a:ext cx="21971100" cy="11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6bc379c7b1_10_7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&amp; Photo Alt">
  <p:cSld name="Title &amp; Photo Al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6bc379c7b1_10_81"/>
          <p:cNvSpPr>
            <a:spLocks noGrp="1"/>
          </p:cNvSpPr>
          <p:nvPr>
            <p:ph type="pic" idx="2"/>
          </p:nvPr>
        </p:nvSpPr>
        <p:spPr>
          <a:xfrm>
            <a:off x="10972800" y="-203200"/>
            <a:ext cx="12144900" cy="14135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1" name="Google Shape;31;g36bc379c7b1_10_81"/>
          <p:cNvSpPr txBox="1">
            <a:spLocks noGrp="1"/>
          </p:cNvSpPr>
          <p:nvPr>
            <p:ph type="title"/>
          </p:nvPr>
        </p:nvSpPr>
        <p:spPr>
          <a:xfrm>
            <a:off x="1206500" y="1270000"/>
            <a:ext cx="9779100" cy="58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6bc379c7b1_10_81"/>
          <p:cNvSpPr txBox="1">
            <a:spLocks noGrp="1"/>
          </p:cNvSpPr>
          <p:nvPr>
            <p:ph type="body" idx="1"/>
          </p:nvPr>
        </p:nvSpPr>
        <p:spPr>
          <a:xfrm>
            <a:off x="1206500" y="7060576"/>
            <a:ext cx="9779100" cy="53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g36bc379c7b1_10_81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ullets">
  <p:cSld name="Bulle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6bc379c7b1_10_86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36bc379c7b1_10_8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Photo">
  <p:cSld name="Title, Bullets &amp; Phot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6bc379c7b1_10_89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g36bc379c7b1_10_89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g36bc379c7b1_10_89"/>
          <p:cNvSpPr>
            <a:spLocks noGrp="1"/>
          </p:cNvSpPr>
          <p:nvPr>
            <p:ph type="pic" idx="3"/>
          </p:nvPr>
        </p:nvSpPr>
        <p:spPr>
          <a:xfrm>
            <a:off x="12192000" y="-407266"/>
            <a:ext cx="10917000" cy="14555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1" name="Google Shape;41;g36bc379c7b1_10_89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6bc379c7b1_10_8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Small">
  <p:cSld name="Title, Bullets &amp; Live Video Small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bc379c7b1_10_95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g36bc379c7b1_10_95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g36bc379c7b1_10_95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6bc379c7b1_10_95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Bullets &amp; Live Video Large">
  <p:cSld name="Title, Bullets &amp; Live Video Larg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6bc379c7b1_10_100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9779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36bc379c7b1_10_100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9779100" cy="82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36bc379c7b1_10_100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9779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6bc379c7b1_10_10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">
  <p:cSld name="Sec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6bc379c7b1_10_105"/>
          <p:cNvSpPr txBox="1">
            <a:spLocks noGrp="1"/>
          </p:cNvSpPr>
          <p:nvPr>
            <p:ph type="title"/>
          </p:nvPr>
        </p:nvSpPr>
        <p:spPr>
          <a:xfrm>
            <a:off x="1206496" y="4533900"/>
            <a:ext cx="219711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36bc379c7b1_10_105"/>
          <p:cNvSpPr txBox="1">
            <a:spLocks noGrp="1"/>
          </p:cNvSpPr>
          <p:nvPr>
            <p:ph type="sldNum" idx="12"/>
          </p:nvPr>
        </p:nvSpPr>
        <p:spPr>
          <a:xfrm>
            <a:off x="12001499" y="13085233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c379c7b1_10_108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6bc379c7b1_10_108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g36bc379c7b1_10_10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">
  <p:cSld name="Agenda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bc379c7b1_10_112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6bc379c7b1_10_112"/>
          <p:cNvSpPr txBox="1">
            <a:spLocks noGrp="1"/>
          </p:cNvSpPr>
          <p:nvPr>
            <p:ph type="body" idx="1"/>
          </p:nvPr>
        </p:nvSpPr>
        <p:spPr>
          <a:xfrm>
            <a:off x="1206500" y="2372962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36bc379c7b1_10_112"/>
          <p:cNvSpPr txBox="1">
            <a:spLocks noGrp="1"/>
          </p:cNvSpPr>
          <p:nvPr>
            <p:ph type="body" idx="2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2pPr>
            <a:lvl3pPr marL="1371600" lvl="2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3pPr>
            <a:lvl4pPr marL="1828800" lvl="3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4pPr>
            <a:lvl5pPr marL="2286000" lvl="4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36bc379c7b1_10_112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tatement">
  <p:cSld name="Statem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bc379c7b1_10_117"/>
          <p:cNvSpPr txBox="1">
            <a:spLocks noGrp="1"/>
          </p:cNvSpPr>
          <p:nvPr>
            <p:ph type="body" idx="1"/>
          </p:nvPr>
        </p:nvSpPr>
        <p:spPr>
          <a:xfrm>
            <a:off x="1206500" y="4920843"/>
            <a:ext cx="21971100" cy="3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1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g36bc379c7b1_10_11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Fact">
  <p:cSld name="Big Fa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c379c7b1_10_120"/>
          <p:cNvSpPr txBox="1">
            <a:spLocks noGrp="1"/>
          </p:cNvSpPr>
          <p:nvPr>
            <p:ph type="body" idx="1"/>
          </p:nvPr>
        </p:nvSpPr>
        <p:spPr>
          <a:xfrm>
            <a:off x="1206500" y="1075927"/>
            <a:ext cx="21971100" cy="7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1pPr>
            <a:lvl2pPr marL="914400" lvl="1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2pPr>
            <a:lvl3pPr marL="1371600" lvl="2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3pPr>
            <a:lvl4pPr marL="1828800" lvl="3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4pPr>
            <a:lvl5pPr marL="2286000" lvl="4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0"/>
              <a:buFont typeface="Helvetica Neue"/>
              <a:buNone/>
              <a:defRPr sz="25000" b="1"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g36bc379c7b1_10_120"/>
          <p:cNvSpPr txBox="1">
            <a:spLocks noGrp="1"/>
          </p:cNvSpPr>
          <p:nvPr>
            <p:ph type="body" idx="2"/>
          </p:nvPr>
        </p:nvSpPr>
        <p:spPr>
          <a:xfrm>
            <a:off x="1206500" y="8262180"/>
            <a:ext cx="21971100" cy="9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55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6bc379c7b1_10_120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6bc379c7b1_10_124"/>
          <p:cNvSpPr txBox="1">
            <a:spLocks noGrp="1"/>
          </p:cNvSpPr>
          <p:nvPr>
            <p:ph type="body" idx="1"/>
          </p:nvPr>
        </p:nvSpPr>
        <p:spPr>
          <a:xfrm>
            <a:off x="2430025" y="10675453"/>
            <a:ext cx="202002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/>
            </a:lvl1pPr>
            <a:lvl2pPr marL="914400" lvl="1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1371600" lvl="2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1828800" lvl="3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2286000" lvl="4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36bc379c7b1_10_124"/>
          <p:cNvSpPr txBox="1">
            <a:spLocks noGrp="1"/>
          </p:cNvSpPr>
          <p:nvPr>
            <p:ph type="body" idx="2"/>
          </p:nvPr>
        </p:nvSpPr>
        <p:spPr>
          <a:xfrm>
            <a:off x="1753923" y="4939860"/>
            <a:ext cx="208761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3200400" lvl="6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3657600" lvl="7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4114800" lvl="8" indent="-369189" algn="l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36bc379c7b1_10_124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 - 3 Up">
  <p:cSld name="Photo - 3 Up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c379c7b1_10_128"/>
          <p:cNvSpPr>
            <a:spLocks noGrp="1"/>
          </p:cNvSpPr>
          <p:nvPr>
            <p:ph type="pic" idx="2"/>
          </p:nvPr>
        </p:nvSpPr>
        <p:spPr>
          <a:xfrm>
            <a:off x="15760700" y="1016000"/>
            <a:ext cx="7439100" cy="5949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g36bc379c7b1_10_128"/>
          <p:cNvSpPr>
            <a:spLocks noGrp="1"/>
          </p:cNvSpPr>
          <p:nvPr>
            <p:ph type="pic" idx="3"/>
          </p:nvPr>
        </p:nvSpPr>
        <p:spPr>
          <a:xfrm>
            <a:off x="13500100" y="3978275"/>
            <a:ext cx="10439400" cy="12150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9" name="Google Shape;79;g36bc379c7b1_10_128"/>
          <p:cNvSpPr>
            <a:spLocks noGrp="1"/>
          </p:cNvSpPr>
          <p:nvPr>
            <p:ph type="pic" idx="4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0" name="Google Shape;80;g36bc379c7b1_10_128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hoto">
  <p:cSld name="Photo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bc379c7b1_10_133"/>
          <p:cNvSpPr>
            <a:spLocks noGrp="1"/>
          </p:cNvSpPr>
          <p:nvPr>
            <p:ph type="pic" idx="2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3" name="Google Shape;83;g36bc379c7b1_10_133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bc379c7b1_10_136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bc379c7b1_10_57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Helvetica Neue"/>
              <a:buNone/>
              <a:defRPr sz="8500" b="1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g36bc379c7b1_10_57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marR="0" lvl="0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03504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03503" algn="l" rtl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904"/>
              <a:buFont typeface="Helvetica Neue"/>
              <a:buChar char="•"/>
              <a:defRPr sz="4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" name="Google Shape;8;g36bc379c7b1_10_57" descr="pasted-movie.heif"/>
          <p:cNvPicPr preferRelativeResize="0"/>
          <p:nvPr/>
        </p:nvPicPr>
        <p:blipFill rotWithShape="1">
          <a:blip r:embed="rId19">
            <a:alphaModFix/>
          </a:blip>
          <a:srcRect t="388" r="85220" b="388"/>
          <a:stretch/>
        </p:blipFill>
        <p:spPr>
          <a:xfrm>
            <a:off x="67789" y="52176"/>
            <a:ext cx="1490826" cy="1801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g36bc379c7b1_10_57" descr="pasted-movie.heif"/>
          <p:cNvPicPr preferRelativeResize="0"/>
          <p:nvPr/>
        </p:nvPicPr>
        <p:blipFill rotWithShape="1">
          <a:blip r:embed="rId20">
            <a:alphaModFix/>
          </a:blip>
          <a:srcRect l="50059" r="33607"/>
          <a:stretch/>
        </p:blipFill>
        <p:spPr>
          <a:xfrm>
            <a:off x="22617501" y="39476"/>
            <a:ext cx="1658035" cy="182698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6bc379c7b1_10_57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c379c7b1_0_551"/>
          <p:cNvSpPr txBox="1">
            <a:spLocks noGrp="1"/>
          </p:cNvSpPr>
          <p:nvPr>
            <p:ph type="body" idx="1"/>
          </p:nvPr>
        </p:nvSpPr>
        <p:spPr>
          <a:xfrm>
            <a:off x="14643496" y="7605691"/>
            <a:ext cx="8534100" cy="31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lang="en-US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. Mounish(192472273)</a:t>
            </a:r>
            <a:b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g36bc379c7b1_0_551"/>
          <p:cNvSpPr txBox="1">
            <a:spLocks noGrp="1"/>
          </p:cNvSpPr>
          <p:nvPr>
            <p:ph type="title"/>
          </p:nvPr>
        </p:nvSpPr>
        <p:spPr>
          <a:xfrm>
            <a:off x="4438676" y="5885778"/>
            <a:ext cx="21971100" cy="58877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6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Natural Language Processing</a:t>
            </a:r>
            <a:br>
              <a:rPr lang="en-IN" sz="6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7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Rule-Based Systems to Modern NLP</a:t>
            </a:r>
            <a:br>
              <a:rPr lang="en-IN" sz="9600" dirty="0"/>
            </a:br>
            <a:endParaRPr sz="115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g36bc379c7b1_0_551"/>
          <p:cNvSpPr txBox="1">
            <a:spLocks noGrp="1"/>
          </p:cNvSpPr>
          <p:nvPr>
            <p:ph type="body" idx="2"/>
          </p:nvPr>
        </p:nvSpPr>
        <p:spPr>
          <a:xfrm>
            <a:off x="2681358" y="7605691"/>
            <a:ext cx="8534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  <a:br>
              <a:rPr lang="en-US" sz="44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</a:br>
            <a:r>
              <a:rPr lang="en-US" sz="4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Anbazhagan K</a:t>
            </a:r>
            <a:endParaRPr sz="5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g36bc379c7b1_0_551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4" name="Google Shape;94;g36bc379c7b1_0_551"/>
          <p:cNvSpPr txBox="1"/>
          <p:nvPr/>
        </p:nvSpPr>
        <p:spPr>
          <a:xfrm>
            <a:off x="2673852" y="9906394"/>
            <a:ext cx="85341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Helvetica Neue"/>
              <a:buNone/>
            </a:pPr>
            <a:endParaRPr sz="1300" dirty="0"/>
          </a:p>
        </p:txBody>
      </p:sp>
      <p:sp>
        <p:nvSpPr>
          <p:cNvPr id="95" name="Google Shape;95;g36bc379c7b1_0_551"/>
          <p:cNvSpPr txBox="1"/>
          <p:nvPr/>
        </p:nvSpPr>
        <p:spPr>
          <a:xfrm>
            <a:off x="1499106" y="2767377"/>
            <a:ext cx="20190462" cy="121963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SzPts val="6032"/>
              <a:buFont typeface="Helvetica Neue"/>
              <a:buNone/>
            </a:pPr>
            <a:r>
              <a:rPr lang="en-US" sz="5632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Helvetica Neue"/>
                <a:cs typeface="Times New Roman" panose="02020603050405020304" pitchFamily="18" charset="0"/>
                <a:sym typeface="Helvetica Neue"/>
              </a:rPr>
              <a:t>CO1 Assessment Tool -2:Technical Presentation</a:t>
            </a:r>
            <a:endParaRPr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787B5-EBE6-BC09-59D4-4E296B9667BA}"/>
              </a:ext>
            </a:extLst>
          </p:cNvPr>
          <p:cNvSpPr txBox="1"/>
          <p:nvPr/>
        </p:nvSpPr>
        <p:spPr>
          <a:xfrm>
            <a:off x="1858398" y="525171"/>
            <a:ext cx="198311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DSA0307-Natural Language Processing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c379c7b1_0_560"/>
          <p:cNvSpPr txBox="1">
            <a:spLocks noGrp="1"/>
          </p:cNvSpPr>
          <p:nvPr>
            <p:ph type="title"/>
          </p:nvPr>
        </p:nvSpPr>
        <p:spPr>
          <a:xfrm>
            <a:off x="8046212" y="786892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NLP?</a:t>
            </a:r>
          </a:p>
        </p:txBody>
      </p:sp>
      <p:sp>
        <p:nvSpPr>
          <p:cNvPr id="101" name="Google Shape;101;g36bc379c7b1_0_560"/>
          <p:cNvSpPr txBox="1">
            <a:spLocks noGrp="1"/>
          </p:cNvSpPr>
          <p:nvPr>
            <p:ph type="body" idx="2"/>
          </p:nvPr>
        </p:nvSpPr>
        <p:spPr>
          <a:xfrm>
            <a:off x="4385388" y="2219992"/>
            <a:ext cx="18101387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branch of Artificial Intelligence (AI)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computers understand human language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text and speech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human-computer communication easier 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Siri &amp; Alexa</a:t>
            </a:r>
          </a:p>
        </p:txBody>
      </p:sp>
      <p:sp>
        <p:nvSpPr>
          <p:cNvPr id="102" name="Google Shape;102;g36bc379c7b1_0_560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c379c7b1_0_566"/>
          <p:cNvSpPr txBox="1">
            <a:spLocks noGrp="1"/>
          </p:cNvSpPr>
          <p:nvPr>
            <p:ph type="title"/>
          </p:nvPr>
        </p:nvSpPr>
        <p:spPr>
          <a:xfrm>
            <a:off x="1480212" y="255201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algn="ctr"/>
            <a:r>
              <a:rPr lang="en-IN" dirty="0"/>
              <a:t>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NLP</a:t>
            </a:r>
          </a:p>
        </p:txBody>
      </p:sp>
      <p:sp>
        <p:nvSpPr>
          <p:cNvPr id="108" name="Google Shape;108;g36bc379c7b1_0_566"/>
          <p:cNvSpPr txBox="1">
            <a:spLocks noGrp="1"/>
          </p:cNvSpPr>
          <p:nvPr>
            <p:ph type="body" idx="2"/>
          </p:nvPr>
        </p:nvSpPr>
        <p:spPr>
          <a:xfrm>
            <a:off x="4425188" y="1395576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 (1950s–1990s)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grammar rules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words and patterns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fixed responses 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Simple and easy to build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Cannot learn new language patterns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Poor at understanding complex sentences</a:t>
            </a:r>
          </a:p>
        </p:txBody>
      </p:sp>
      <p:sp>
        <p:nvSpPr>
          <p:cNvPr id="109" name="Google Shape;109;g36bc379c7b1_0_566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bc379c7b1_0_572"/>
          <p:cNvSpPr txBox="1">
            <a:spLocks noGrp="1"/>
          </p:cNvSpPr>
          <p:nvPr>
            <p:ph type="title"/>
          </p:nvPr>
        </p:nvSpPr>
        <p:spPr>
          <a:xfrm>
            <a:off x="7735316" y="549148"/>
            <a:ext cx="21971100" cy="1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>
              <a:buSzPts val="8500"/>
            </a:pPr>
            <a:r>
              <a:rPr lang="en-US" sz="85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NLP</a:t>
            </a:r>
            <a:br>
              <a:rPr lang="en-IN" dirty="0"/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g36bc379c7b1_0_572"/>
          <p:cNvSpPr txBox="1">
            <a:spLocks noGrp="1"/>
          </p:cNvSpPr>
          <p:nvPr>
            <p:ph type="body" idx="2"/>
          </p:nvPr>
        </p:nvSpPr>
        <p:spPr>
          <a:xfrm>
            <a:off x="4849837" y="1419798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NLP (1990s–2010)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large text datasets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probability and machine learning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most likely meaning 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Better accuracy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Learns from data</a:t>
            </a:r>
          </a:p>
          <a:p>
            <a:pPr marL="88011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✘ Needs a large amount of data</a:t>
            </a:r>
          </a:p>
        </p:txBody>
      </p:sp>
      <p:sp>
        <p:nvSpPr>
          <p:cNvPr id="116" name="Google Shape;116;g36bc379c7b1_0_572"/>
          <p:cNvSpPr txBox="1">
            <a:spLocks noGrp="1"/>
          </p:cNvSpPr>
          <p:nvPr>
            <p:ph type="sldNum" idx="12"/>
          </p:nvPr>
        </p:nvSpPr>
        <p:spPr>
          <a:xfrm>
            <a:off x="12065050" y="13080999"/>
            <a:ext cx="2415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607-9F4F-05E9-BDB0-178D80CA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6020" y="494946"/>
            <a:ext cx="21971100" cy="14331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0E0B6-A7B6-4300-9C4D-0BAC6F9707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013389" y="1928046"/>
            <a:ext cx="14636880" cy="9716558"/>
          </a:xfrm>
        </p:spPr>
        <p:txBody>
          <a:bodyPr>
            <a:normAutofit fontScale="25000" lnSpcReduction="20000"/>
          </a:bodyPr>
          <a:lstStyle/>
          <a:p>
            <a:pPr marL="88011" indent="0">
              <a:buNone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NLP (2018–Present)</a:t>
            </a:r>
          </a:p>
          <a:p>
            <a:pPr marL="88011" indent="0">
              <a:buNone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 marL="88011" indent="0">
              <a:buNone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sentence context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human-like responses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many languages </a:t>
            </a:r>
          </a:p>
          <a:p>
            <a:pPr marL="88011" indent="0">
              <a:buNone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BERT, GPT, ChatGPT</a:t>
            </a:r>
          </a:p>
          <a:p>
            <a:pPr marL="8801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77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A15F-B145-F4D5-0A79-F9069E57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1BD31-E789-0F44-83A3-63D3433A4C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85892" y="3187800"/>
            <a:ext cx="11759692" cy="8256000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NLP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💬 Chatbots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Language Translation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😊 Sentiment Analysis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🎙️ Voice Assistants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📧 Spam Detection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📄 Text Summarization </a:t>
            </a:r>
          </a:p>
          <a:p>
            <a:pPr marL="88011" indent="0">
              <a:buNone/>
            </a:pPr>
            <a:r>
              <a:rPr lang="en-IN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</a:t>
            </a:r>
            <a:r>
              <a:rPr lang="en-IN" sz="19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time and improves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23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bc379c7b1_0_639"/>
          <p:cNvSpPr txBox="1">
            <a:spLocks noGrp="1"/>
          </p:cNvSpPr>
          <p:nvPr>
            <p:ph type="body" idx="2"/>
          </p:nvPr>
        </p:nvSpPr>
        <p:spPr>
          <a:xfrm>
            <a:off x="2923332" y="4379132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4"/>
              <a:buNone/>
            </a:pPr>
            <a:r>
              <a:rPr lang="en-US" sz="239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239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Google Shape;192;g36bc379c7b1_0_639"/>
          <p:cNvSpPr txBox="1">
            <a:spLocks noGrp="1"/>
          </p:cNvSpPr>
          <p:nvPr>
            <p:ph type="sldNum" idx="12"/>
          </p:nvPr>
        </p:nvSpPr>
        <p:spPr>
          <a:xfrm>
            <a:off x="12001499" y="13080999"/>
            <a:ext cx="3684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240</Words>
  <Application>Microsoft Office PowerPoint</Application>
  <PresentationFormat>Custom</PresentationFormat>
  <Paragraphs>61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Helvetica Neue</vt:lpstr>
      <vt:lpstr>Wingdings</vt:lpstr>
      <vt:lpstr>21_BasicWhite</vt:lpstr>
      <vt:lpstr>Title: Evolution of Natural Language Processing From Rule-Based Systems to Modern NLP </vt:lpstr>
      <vt:lpstr>What is NLP?</vt:lpstr>
      <vt:lpstr> Rule-Based NLP</vt:lpstr>
      <vt:lpstr> Statistical NLP </vt:lpstr>
      <vt:lpstr>Modern NLP </vt:lpstr>
      <vt:lpstr>Real-World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A. MOUNESH</dc:creator>
  <cp:lastModifiedBy>A mounish</cp:lastModifiedBy>
  <cp:revision>5</cp:revision>
  <dcterms:modified xsi:type="dcterms:W3CDTF">2026-07-23T08:32:04Z</dcterms:modified>
</cp:coreProperties>
</file>